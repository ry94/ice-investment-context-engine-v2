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858000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89" autoAdjust="0"/>
    <p:restoredTop sz="94759"/>
  </p:normalViewPr>
  <p:slideViewPr>
    <p:cSldViewPr snapToGrid="0">
      <p:cViewPr>
        <p:scale>
          <a:sx n="133" d="100"/>
          <a:sy n="133" d="100"/>
        </p:scale>
        <p:origin x="1488" y="-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y Yeo Fu Qiang" userId="341209e0-58ae-42cd-b8ad-9252bbcbd85e" providerId="ADAL" clId="{8F2CCBEA-A693-506F-9769-7A88858933F8}"/>
    <pc:docChg chg="undo custSel modSld">
      <pc:chgData name="Roy Yeo Fu Qiang" userId="341209e0-58ae-42cd-b8ad-9252bbcbd85e" providerId="ADAL" clId="{8F2CCBEA-A693-506F-9769-7A88858933F8}" dt="2025-09-13T15:00:34.202" v="16" actId="478"/>
      <pc:docMkLst>
        <pc:docMk/>
      </pc:docMkLst>
      <pc:sldChg chg="addSp delSp modSp mod">
        <pc:chgData name="Roy Yeo Fu Qiang" userId="341209e0-58ae-42cd-b8ad-9252bbcbd85e" providerId="ADAL" clId="{8F2CCBEA-A693-506F-9769-7A88858933F8}" dt="2025-09-13T15:00:34.202" v="16" actId="478"/>
        <pc:sldMkLst>
          <pc:docMk/>
          <pc:sldMk cId="3261762190" sldId="256"/>
        </pc:sldMkLst>
        <pc:picChg chg="add del mod">
          <ac:chgData name="Roy Yeo Fu Qiang" userId="341209e0-58ae-42cd-b8ad-9252bbcbd85e" providerId="ADAL" clId="{8F2CCBEA-A693-506F-9769-7A88858933F8}" dt="2025-09-13T15:00:34.202" v="16" actId="478"/>
          <ac:picMkLst>
            <pc:docMk/>
            <pc:sldMk cId="3261762190" sldId="256"/>
            <ac:picMk id="6" creationId="{AA586BE1-19D4-112E-83F0-0B2FBEB2D4E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534924"/>
            <a:ext cx="5829300" cy="751983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1344752"/>
            <a:ext cx="5143500" cy="521488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01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5384888"/>
            <a:ext cx="5915025" cy="898480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4454688"/>
            <a:ext cx="5915025" cy="472489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6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5749874"/>
            <a:ext cx="2914650" cy="1370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5749874"/>
            <a:ext cx="2914650" cy="1370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149979"/>
            <a:ext cx="5915025" cy="41749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5294885"/>
            <a:ext cx="2901255" cy="259494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7889827"/>
            <a:ext cx="2901255" cy="11604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5294885"/>
            <a:ext cx="2915543" cy="259494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7889827"/>
            <a:ext cx="2915543" cy="11604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3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7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6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39968"/>
            <a:ext cx="2211884" cy="503988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3109937"/>
            <a:ext cx="3471863" cy="153496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479857"/>
            <a:ext cx="2211884" cy="120047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2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39968"/>
            <a:ext cx="2211884" cy="503988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3109937"/>
            <a:ext cx="3471863" cy="1534966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479857"/>
            <a:ext cx="2211884" cy="120047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68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2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1149975"/>
            <a:ext cx="1478756" cy="183045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1149975"/>
            <a:ext cx="4350544" cy="18304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4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149979"/>
            <a:ext cx="5915025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5749874"/>
            <a:ext cx="5915025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20019564"/>
            <a:ext cx="1543050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FEEB5-8E74-42A3-8138-7842EEE392AB}" type="datetimeFigureOut">
              <a:rPr lang="en-US" smtClean="0"/>
              <a:t>9/13/25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20019564"/>
            <a:ext cx="2314575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20019564"/>
            <a:ext cx="1543050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7FE96A-68FF-4E0B-A368-403DADE7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95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883E71-29B7-BC23-FC76-A78BE0E93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48" y="632118"/>
            <a:ext cx="6858000" cy="338658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E59BD95-F19D-72FE-D12A-7E0FA9E98C62}"/>
              </a:ext>
            </a:extLst>
          </p:cNvPr>
          <p:cNvGrpSpPr/>
          <p:nvPr/>
        </p:nvGrpSpPr>
        <p:grpSpPr>
          <a:xfrm>
            <a:off x="-7496" y="4018704"/>
            <a:ext cx="6861748" cy="4610669"/>
            <a:chOff x="-7496" y="4018704"/>
            <a:chExt cx="6861748" cy="461066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394FBFC-5997-0AA8-CC92-4F74907F3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3748" y="4018704"/>
              <a:ext cx="6858000" cy="100082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333FC82-58CF-2CF3-C345-63FF893D6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7496" y="5019526"/>
              <a:ext cx="6858000" cy="3609847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8D87974-8A72-A9F3-57F6-453DA01B4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748" y="8629373"/>
            <a:ext cx="6858000" cy="4869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767666-341B-6014-0977-C8D70B0E22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5883"/>
          <a:stretch>
            <a:fillRect/>
          </a:stretch>
        </p:blipFill>
        <p:spPr>
          <a:xfrm>
            <a:off x="-7496" y="13499323"/>
            <a:ext cx="6858000" cy="22482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BC4D21-FF4B-F3FD-211D-FCBD52EA3A8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4745"/>
          <a:stretch>
            <a:fillRect/>
          </a:stretch>
        </p:blipFill>
        <p:spPr>
          <a:xfrm>
            <a:off x="-7496" y="20316926"/>
            <a:ext cx="6858000" cy="7660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CEAAC5-6AC2-987E-FF6F-9E04D569B7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496" y="15755815"/>
            <a:ext cx="6858000" cy="211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62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Yeo Fu Qiang</dc:creator>
  <cp:lastModifiedBy>Roy Yeo Fu Qiang</cp:lastModifiedBy>
  <cp:revision>1</cp:revision>
  <dcterms:created xsi:type="dcterms:W3CDTF">2025-08-04T13:52:12Z</dcterms:created>
  <dcterms:modified xsi:type="dcterms:W3CDTF">2025-09-13T15:00:43Z</dcterms:modified>
</cp:coreProperties>
</file>